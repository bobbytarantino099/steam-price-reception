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Framing: a portfolio case that simulates the work of a data analyst for an investment fund evaluating the video game sector. Expected total duration: ~30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Fictional client: investment fund. Steam as a proxy for the PC/digital market. The question was defined and approved in Phase 1 (Ask) of the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summary; the full technical detail (ROCCC, biases, cleaning log) is in the notebook and in CASO.md. For this audience (investment committee) only the essentials are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Three-part filter: the practical question is which price band suits each genre; the data shows Q1 is systematically lowest; the chart confirms it visually, bar by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Recalculated via an alternate path (pivot_table) and matches groupby.agg. This rules out a calculation error behind the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Massively Multiplayer is left out: worst reception across all 4 bands and only 176 games of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check against the most obvious alternative interpretation: that cheap games have simply been on the market longer and accumulated more negative reviews because of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feed into the formal recommendations of Phase 6 (Act), not yet closed — this presents the evidence, not the final investment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limitations are stated explicitly, not hidden in an appendix, following Phase 5's exit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to the audience that the formal investment decision is not being made in this meeting — this is the evidence that will support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for the senior analyst / technical audience who wants to audit the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toughest questions, prepared in writing, following Phase 5's exit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Open the floor for questions using the prepared Q&amp;A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reception on Steam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genres should an investment fund prioritise for due diligence?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case study — Data Analyst  ·  July 28,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4922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The business problem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An investment fund is evaluating entry into the video game sector and has no data-driven basis for deciding which genre to prioritise for its investment thesis in the PC/Steam market.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The question we answer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Which genre and price-band combinations show the most consistent pattern of high reception (% positive reviews), controlling for game age?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The decision this enables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Recommend 2-3 genres where the committee should prioritise investment due diligence.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52360" y="1234440"/>
            <a:ext cx="4160520" cy="4846320"/>
          </a:xfrm>
          <a:prstGeom prst="roundRect">
            <a:avLst>
              <a:gd name="adj" fmla="val 2637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7726680" y="155448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117,430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26680" y="22860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games published on Steam analysed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26680" y="306324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26680" y="37947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real video game genres evaluated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26680" y="457200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8,998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726680" y="53035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paid games with ≥500 reviews (analysis base)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PC/Steam only; does not establish causality; does not allocate investment budget.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325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Sources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0" y="132588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Steam Games Dataset (fronkongames, Kaggle, CC BY 4.0) + CPI-U inflation index (BLS, US) to adjust prices across years.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Cleaning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256032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Fixed a header bug in the raw CSV, excluded duplicates and 8,423 games with no genre assigned. Count reconciliation verified with an assert.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794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Analysis filter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0" y="379476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Paid games (Price &gt; 0) with ≥500 reviews — the minimum volume for the % positive reviews to be statistically reliable.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5029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Price bands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50292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Inflation-adjusted price quartiles, calculated on the data itself (not arbitrary bands).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Full, reproducible detail in notebooks/caso_steam_precio_recepcion.ipynb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cheapest band has the worst reception, across all 10 genres without exception</a:t>
            </a:r>
            <a:endParaRPr lang="en-US" sz="2200" dirty="0"/>
          </a:p>
        </p:txBody>
      </p:sp>
      <p:pic>
        <p:nvPicPr>
          <p:cNvPr id="4" name="Image 0" descr="C:\Users\JUANES\Documents\Curriculum\Portafolio\Casos Estudio - Data Analyst\cases\steam-price-reception\salidas\graficos\01_q1_vs_mejor_franj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786384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915400" y="1600200"/>
            <a:ext cx="2697480" cy="4434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/>
        </p:spPr>
      </p:sp>
      <p:sp>
        <p:nvSpPr>
          <p:cNvPr id="6" name="Text 3"/>
          <p:cNvSpPr/>
          <p:nvPr/>
        </p:nvSpPr>
        <p:spPr>
          <a:xfrm>
            <a:off x="9098280" y="1783080"/>
            <a:ext cx="2331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In each of the 10 real game genres, the cheapest price band (≤$3.25 adjusted) gets the lowest median % of positive reviews. The improvement moving to the best band ranges from +2.5 to +5.0 percentage points.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Steam Games Dataset (fronkongames, CC BY 4.0) + BLS CPI-U.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best reception clusters at mid-to-high prices, not at the expensive extreme</a:t>
            </a:r>
            <a:endParaRPr lang="en-US" sz="2200" dirty="0"/>
          </a:p>
        </p:txBody>
      </p:sp>
      <p:pic>
        <p:nvPicPr>
          <p:cNvPr id="4" name="Image 0" descr="C:\Users\JUANES\Documents\Curriculum\Portafolio\Casos Estudio - Data Analyst\cases\steam-price-reception\salidas\graficos\02_heatmap_genero_franj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786384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915400" y="1600200"/>
            <a:ext cx="2697480" cy="4434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/>
        </p:spPr>
      </p:sp>
      <p:sp>
        <p:nvSpPr>
          <p:cNvPr id="6" name="Text 3"/>
          <p:cNvSpPr/>
          <p:nvPr/>
        </p:nvSpPr>
        <p:spPr>
          <a:xfrm>
            <a:off x="9098280" y="1783080"/>
            <a:ext cx="2331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The heatmap shows the reception peak is at Q3 ($6.46-$12.36) or Q4, depending on genre — never Q1 or Q2. There is no simple linear "more expensive is always better" relationship.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Steam Games Dataset (fronkongames, CC BY 4.0) + BLS CPI-U.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Adventure, Indie and Casual: the candidates with the best combined evidence</a:t>
            </a:r>
            <a:endParaRPr lang="en-US" sz="2200" dirty="0"/>
          </a:p>
        </p:txBody>
      </p:sp>
      <p:pic>
        <p:nvPicPr>
          <p:cNvPr id="4" name="Image 0" descr="C:\Users\JUANES\Documents\Curriculum\Portafolio\Casos Estudio - Data Analyst\cases\steam-price-reception\salidas\graficos\03_ranking_efecto_candidat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786384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915400" y="1600200"/>
            <a:ext cx="2697480" cy="4434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/>
        </p:spPr>
      </p:sp>
      <p:sp>
        <p:nvSpPr>
          <p:cNvPr id="6" name="Text 3"/>
          <p:cNvSpPr/>
          <p:nvPr/>
        </p:nvSpPr>
        <p:spPr>
          <a:xfrm>
            <a:off x="9098280" y="1783080"/>
            <a:ext cx="2331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Ranking genres by effect size (the difference between Q1 and its best band), Adventure leads with +5.04 p.p. Together with Indie (+3.94 p.p., largest volume: 5,561 games) and Casual (+3.31 p.p., highest absolute reception: 89.6%), they combine the strongest evidence.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Steam Games Dataset (fronkongames, CC BY 4.0) + BLS CPI-U.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 is not an artefact of the game's age</a:t>
            </a:r>
            <a:endParaRPr lang="en-US" sz="2200" dirty="0"/>
          </a:p>
        </p:txBody>
      </p:sp>
      <p:pic>
        <p:nvPicPr>
          <p:cNvPr id="4" name="Image 0" descr="C:\Users\JUANES\Documents\Curriculum\Portafolio\Casos Estudio - Data Analyst\cases\steam-price-reception\salidas\graficos\04_control_antigued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786384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915400" y="1600200"/>
            <a:ext cx="2697480" cy="4434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/>
        </p:spPr>
      </p:sp>
      <p:sp>
        <p:nvSpPr>
          <p:cNvPr id="6" name="Text 3"/>
          <p:cNvSpPr/>
          <p:nvPr/>
        </p:nvSpPr>
        <p:spPr>
          <a:xfrm>
            <a:off x="9098280" y="1783080"/>
            <a:ext cx="2331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We split recent games from older ones: across the four reference genres, Q1 remains the weakest band in both groups. The correlation between age and % positive reviews is just -0.087.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Steam Games Dataset (fronkongames, CC BY 4.0) + BLS CPI-U.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Candidates with the best evidence for due diligence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283A7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745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Adventure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4688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+5.04 p.p.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4290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</a:rPr>
              <a:t>largest price effect on reception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5120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CE8"/>
                </a:solidFill>
              </a:rPr>
              <a:t>4,030 games of evidence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6459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283A7A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8745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63440" y="24688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5,561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63440" y="34290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</a:rPr>
              <a:t>games — the largest volume of evidence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3440" y="5120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CE8"/>
                </a:solidFill>
              </a:rPr>
              <a:t>+3.94 p.p. effect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6459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283A7A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18745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Casual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58200" y="24688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89.6%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458200" y="34290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</a:rPr>
              <a:t>the highest absolute reception of the 10 genres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58200" y="5120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CE8"/>
                </a:solidFill>
              </a:rPr>
              <a:t>+3.31 p.p. effect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Massively Multiplayer is left off this list: insufficient evidence (176 games) and worst reception across all 4 bands.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doesn't answer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2704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5FA8"/>
                </a:solidFill>
              </a:rPr>
              <a:t>Causality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0" y="1527048"/>
            <a:ext cx="7891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The pattern is a descriptive correlation. It may reflect selection (studios who charge more also invest more in quality), not that raising the price improves reception.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6148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5FA8"/>
                </a:solidFill>
              </a:rPr>
              <a:t>Long tail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0" y="2761488"/>
            <a:ext cx="7891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34.1% of the catalogue has no reviews and is excluded from the analysis for statistical reliability — not because the opportunity was dismissed.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959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5FA8"/>
                </a:solidFill>
              </a:rPr>
              <a:t>Evolution over time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3995928"/>
            <a:ext cx="7891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There are no dated individual reviews; game age is used as a proxy, not the real evolution of reception.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23036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5FA8"/>
                </a:solidFill>
              </a:rPr>
              <a:t>Scope of the recommendation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5230368"/>
            <a:ext cx="7891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Prioritises genres, doesn't allocate budget or replace studio-or-publisher-specific due diligence.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step: Phase 6 — 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This presentation closes the analysis and visualisation phases (Phases 4-5 of the case). Phase 6 will translate this evidence into: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5FA8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A formal prioritisation recommendation between Adventure, Indie and Casual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5FA8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The consolidated limitations for the investment committee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5FA8"/>
                </a:solidFill>
              </a:rPr>
              <a:t>• 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Desirable additional data before committing capital (e.g. studio size, marketing budget, the &lt;500-review long tail)
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— Methodology and checks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Adjusted price quartiles (base: 8,998 paid games with ≥500 reviews)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E7B91"/>
                </a:solidFill>
              </a:rPr>
              <a:t>Q1 ≤ $3.25  ·  Q2 $3.25-$6.46  ·  Q3 $6.46-$12.36  ·  Q4 &gt; $12.36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Checks applied before accepting the result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1. Sanity check: adjusted quartiles vs. raw unadjusted list price, same order of magnitude.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2. Recalculation via an alternate path (pivot_table vs. groupby.agg) — matches point for point.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3. Age ruled out as a confounder: correlation ≈ -0.087.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4. Control by age band (recent vs. older): the pattern holds.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5. Effect size quantified (2.50-5.04 p.p.), not just direction.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6. Manual recalculation of % positive reviews on a random sample — matches exactly.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7. Sample robustness reviewed by genre (n = 176 to 5,561); genres with n&lt;350 flagged.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notebook: notebooks/caso_steam_precio_recepcion.ipynb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— Prepared questions and answers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5FA8"/>
                </a:solidFill>
              </a:rPr>
              <a:t>Q: Isn't this just that expensive games come from bigger studios with better marketing?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43560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A: We don't rule it out: it's the case's most important causality limitation. The dataset has no studio size or marketing budget — recommended as additional data for Phase 6.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2130552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5FA8"/>
                </a:solidFill>
              </a:rPr>
              <a:t>Q: Why exclude the 34% of games with no reviews? Aren't opportunities lost there?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A: They are excluded for statistical reliability (with &lt;500 reviews the % is noise), not because the opportunity is dismissed. Documented as pending additional analysis.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20954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5FA8"/>
                </a:solidFill>
              </a:rPr>
              <a:t>Q: How sensitive is the result to how the price bands were defined?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59359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A: The quartiles were recalculated via an alternate path and compared against raw unadjusted price — same order of magnitude. A sensitivity test with fixed bands is a reasonable next step.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4288536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5FA8"/>
                </a:solidFill>
              </a:rPr>
              <a:t>Q: Why trust a third-party dataset instead of direct data from Valve?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672584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A: This is a declared failure in the ROCCC assessment (partial failure on "Original"). It's used as the best public source that combines price, genre and reviews; `estimated_owners` is not used as the main metric for this reason.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5367528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5FA8"/>
                </a:solidFill>
              </a:rPr>
              <a:t>Q: What's the exact number behind "Adventure is the best candidate"?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751576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A: Adventure: 4,030 games, +5.04 p.p. effect, peak median 87.48% in Q4. All calculations are reproducible in the technical notebook.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Source: Steam Games Dataset (fronkongames, Kaggle, CC BY 4.0) + BLS CPI-U (public domain).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E8"/>
                </a:solidFill>
              </a:rPr>
              <a:t>Portfolio case study — Data Analyst  ·  contact: juanesa2002@gmail.com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2026-09-06T17:05:27Z</dcterms:created>
  <dcterms:modified xsi:type="dcterms:W3CDTF">2026-09-06T17:05:27Z</dcterms:modified>
</cp:coreProperties>
</file>