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Marco: caso de portafolio que simula el trabajo de un analista de datos para un fondo de inversión evaluando el sector de videojuegos. Duración total prevista: ~30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ficticio: fondo de inversión. Steam como proxy del mercado de PC/digital. La pregunta fue definida y aprobada en la fase 1 (Preguntar) del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un resumen; el detalle técnico completo (ROCCC, sesgos, bitácora de limpieza) está en el notebook y en CASO.md. Para esta audiencia (comité de inversión) se muestra solo lo esencial.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Filtro de tres partes: la pregunta practica es que franja de precio conviene por genero; los datos muestran Q1 sistematicamente mas bajo; el grafico lo confirma visualmente barra por barra.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Recalculado por via alterna (pivot_table) y coincide con groupby.agg. Esto descarta un error de calculo detras del patron.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Massively Multiplayer queda fuera: peor recepcion en las 4 franjas y solo 176 juegos de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verificacion clave contra la interpretacion alternativa mas obvia: que los juegos baratos simplemente llevan mas tiempo en el mercado y acumularon mas resenas negativas por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tres son insumo para las recomendaciones formales de la fase 6 (Actuar), aun no cerradas — aqui se presenta la evidencia, no la decision final de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limitaciones estan escritas explicitamente, no escondidas en un anexo, siguiendo la puerta de salida de la fase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claro a la audiencia que la decision de inversion formal no se toma en esta reunion, sino que esta es la evidencia que la sustentara.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para el analista senior / audiencia tecnica que quiera auditar el metodo.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cinco preguntas mas incomodas, preparadas por escrito, siguiendo la puerta de salida de la fase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Abrir espacio de preguntas usando el anexo de Q&amp;A preparado.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y recepción en Steam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¿En qué géneros debería un fondo de inversión priorizar su due diligence?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 de portafolio — Analista de Datos  ·  28 de julio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6492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El problema de negocio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Un fondo de inversión evalúa entrar al sector de videojuegos y no tiene un criterio basado en datos para decidir en qué género priorizar su tesis de inversión en el mercado de PC/Steam.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La pregunta que respondemos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¿Qué combinaciones de género y franja de precio muestran el patrón más consistente de alta recepción (% de reseñas positivas), controlando por antigüedad del juego?
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La decisión que habilita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Recomendar 2-3 géneros donde el comité debería priorizar due diligence de inversión.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52360" y="1234440"/>
            <a:ext cx="4160520" cy="4846320"/>
          </a:xfrm>
          <a:prstGeom prst="roundRect">
            <a:avLst>
              <a:gd name="adj" fmla="val 2637"/>
            </a:avLst>
          </a:prstGeom>
          <a:solidFill>
            <a:srgbClr val="F7F9FC"/>
          </a:solidFill>
          <a:ln/>
        </p:spPr>
      </p:sp>
      <p:sp>
        <p:nvSpPr>
          <p:cNvPr id="5" name="Text 3"/>
          <p:cNvSpPr/>
          <p:nvPr/>
        </p:nvSpPr>
        <p:spPr>
          <a:xfrm>
            <a:off x="7726680" y="15544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117.430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26680" y="228600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juegos publicados en Steam analizados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26680" y="306324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26680" y="379476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géneros de videojuego reales evaluados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26680" y="457200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5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8.998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726680" y="530352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</a:rPr>
              <a:t>juegos de pago con ≥500 reseñas (base de análisis)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alcance: solo PC/Steam; no establece causalidad; no asigna presupuesto de inversión.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4440" y="1325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Fuentes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1325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Steam Games Dataset (fronkongames, Kaggle, CC BY 4.0) + índice de inflación CPI-U (BLS, EE. UU.) para ajustar precios entre años.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2560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Limpieza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5603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Corrección de un bug de cabecera del CSV crudo, exclusión de duplicados y de 8.423 juegos sin género asignado. Reconciliación de conteos verificada con assert.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37947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Filtro de análisis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0" y="379476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Juegos de pago (Price &gt; 0) con ≥500 reseñas — el volumen mínimo para que el % de reseñas positivas sea estadísticamente confiable.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1F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5029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Franjas de precio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502920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Cuartiles de precio ajustado por inflación, calculados sobre los datos mismos (no bandas arbitrarias).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 y reproducible en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franja más barata es la de peor recepción, en los 10 géneros sin excepción</a:t>
            </a:r>
            <a:endParaRPr lang="en-US" sz="2200" dirty="0"/>
          </a:p>
        </p:txBody>
      </p:sp>
      <p:pic>
        <p:nvPicPr>
          <p:cNvPr id="4" name="Image 0" descr="/sessions/upbeat-brave-euler/mnt/Videojuegos/salidas/graficos/01_q1_vs_mejor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En cada uno de los 10 géneros de juego reales, la franja de precio más económica (≤3,25 USD ajustados) obtiene la mediana de % de reseñas positivas más baja. La mejora al pasar a la mejor franja va de +2,5 a +5,0 puntos porcentuales.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mejor recepción se concentra en precios medios-altos, no en el extremo caro</a:t>
            </a:r>
            <a:endParaRPr lang="en-US" sz="2200" dirty="0"/>
          </a:p>
        </p:txBody>
      </p:sp>
      <p:pic>
        <p:nvPicPr>
          <p:cNvPr id="4" name="Image 0" descr="/sessions/upbeat-brave-euler/mnt/Videojuegos/salidas/graficos/02_heatmap_genero_franj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El mapa de calor muestra que el pico de recepción está en Q3 (6,46–12,36 USD) o Q4, según el género — nunca en Q1 o Q2. No hay una relación lineal simple de "más caro siempre mejor".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Adventure, Indie y Casual: los candidatos con mejor evidencia combinada</a:t>
            </a:r>
            <a:endParaRPr lang="en-US" sz="2200" dirty="0"/>
          </a:p>
        </p:txBody>
      </p:sp>
      <p:pic>
        <p:nvPicPr>
          <p:cNvPr id="4" name="Image 0" descr="/sessions/upbeat-brave-euler/mnt/Videojuegos/salidas/graficos/03_ranking_efecto_candidat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Al ordenar los géneros por el tamaño del efecto (diferencia entre Q1 y su mejor franja), Adventure lidera con +5,04 p.p. Junto con Indie (+3,94 p.p., mayor volumen: 5.561 juegos) y Casual (+3,31 p.p., mayor recepción absoluta: 89,6%), combinan la evidencia más sólida.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patrón no es un artefacto de la antigüedad del juego</a:t>
            </a:r>
            <a:endParaRPr lang="en-US" sz="2200" dirty="0"/>
          </a:p>
        </p:txBody>
      </p:sp>
      <p:pic>
        <p:nvPicPr>
          <p:cNvPr id="4" name="Image 0" descr="/sessions/upbeat-brave-euler/mnt/Videojuegos/salidas/graficos/04_control_antigued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78638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915400" y="1600200"/>
            <a:ext cx="2697480" cy="4434840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/>
        </p:spPr>
      </p:sp>
      <p:sp>
        <p:nvSpPr>
          <p:cNvPr id="6" name="Text 3"/>
          <p:cNvSpPr/>
          <p:nvPr/>
        </p:nvSpPr>
        <p:spPr>
          <a:xfrm>
            <a:off x="9098280" y="1783080"/>
            <a:ext cx="2331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Separamos juegos recientes de juegos más antiguos: en los cuatro géneros de referencia, Q1 sigue siendo la franja más débil en ambos grupos. La correlación entre antigüedad y % de reseñas positivas es de apenas −0,087.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Steam Games Dataset (fronkongames, CC BY 4.0) + BLS CPI-U.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con mejor evidencia para due diligence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Adventure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+5,04 p.p.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mayor efecto de precio sobre recepción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4.030 juegos de evidencia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6344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5.561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66344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juegos — el mayor volumen de evidencia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6344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+3,94 p.p. de efecto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6459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283A7A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Casual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58200" y="2468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89,6%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45820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</a:rPr>
              <a:t>la recepción absoluta más alta de los 10 géneros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58200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9BCE8"/>
                </a:solidFill>
              </a:rPr>
              <a:t>+3,31 p.p. de efecto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Multiplayer queda fuera de esta lista: evidencia insuficiente (176 juegos) y peor recepción en las 4 franjas.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responde este análisis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2704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Causalidad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152704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El patrón es una correlación descriptiva. Puede reflejar selección (estudios que cobran más también invierten más en calidad), no que subir el precio mejore la recepción.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6148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Cola larga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276148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34,1% del catálogo no tiene ninguna reseña y queda fuera del análisis por confiabilidad estadística — no porque se haya descartado como oportunidad.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Evolución en el tiempo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99592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No hay reseñas fechadas individuales; se usa la antigüedad del juego como proxy, no la evolución real de la recepción.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3036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Alcance de la recomendación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5230368"/>
            <a:ext cx="78912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Prioriza géneros, no asigna presupuesto ni reemplaza el due diligence específico de cada estudio o publisher.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paso: fase 6 — Actuar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</a:rPr>
              <a:t>Esta presentación cierra la fase de análisis y visualización (fases 4-5 del caso). La fase 6 traducirá esta evidencia en: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Una recomendación formal de priorización entre Adventure, Indie y Casual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Las limitaciones consolidadas para el comité de inversión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5FA8"/>
                </a:solidFill>
              </a:rPr>
              <a:t>•  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</a:rPr>
              <a:t>Los datos adicionales deseables antes de comprometer capital (p. ej. tamaño de estudio, presupuesto de marketing, cola larga &lt;500 reseñas)
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 — Metodología y verificaciones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Cuartiles de precio ajustado (base: 8.998 juegos de pago con ≥500 reseñas)
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E7B91"/>
                </a:solidFill>
              </a:rPr>
              <a:t>Q1 ≤ 3,25 USD  ·  Q2 3,25–6,46  ·  Q3 6,46–12,36  ·  Q4 &gt; 12,36 USD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</a:rPr>
              <a:t>Verificaciones aplicadas antes de aceptar el resultado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1. Prueba de sensatez: cuartiles ajustados vs. precio de lista bruto, mismo orden de magnitud.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2. Recálculo por vía alterna (pivot_table vs. groupby.agg) — coincide punto por punto.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3. Antigüedad como confusor descartada: correlación ≈ −0,087.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4. Control por banda de antigüedad (recientes vs. viejos): el patrón se sostiene.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5. Efecto de tamaño cuantificado (2,50–5,04 p.p.), no solo dirección.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6. Recálculo manual de % de reseñas positivas sobre muestra al azar — coincide exacto.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</a:rPr>
              <a:t>7. Robustez de muestra revisada por género (n = 176 a 5.561); géneros con n&lt;350 marcados.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técnico completo: notebooks/caso_steam_precio_recepcion.ipynb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 — Preguntas y respuestas preparadas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P: ¿No es esto solo que los juegos caros vienen de estudios más grandes con mejor marketing?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4356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R: No lo descartamos: es la limitación de causalidad más importante del caso. El dataset no tiene tamaño de estudio ni presupuesto de marketing — se recomienda como dato adicional para la fase 6.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130552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P: ¿Por qué excluir el 34% de juegos sin reseñas? ¿No se pierden oportunidades ahí?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R: Se excluyen por confiabilidad estadística (con &lt;500 reseñas el % es ruido), no porque se descarte la oportunidad. Queda documentado como análisis adicional pendiente.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209544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P: ¿Qué tan sensible es el resultado a cómo definieron las franjas de precio?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5935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R: Los cuartiles se recalcularon por vía alterna y se compararon contra el precio bruto sin ajustar — mismo orden de magnitud. Una prueba de sensibilidad con bandas fijas es un siguiente paso razonable.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288536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P: ¿Por qué confiar en un dataset de terceros y no en datos directos de Valve?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672584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R: Es una falla declarada en la evaluación ROCCC (falla parcial en "Original"). Se usa por ser la mejor fuente pública que junta precio, género y reseñas; `estimated_owners` no se usa como métrica principal por esta razón.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53675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5FA8"/>
                </a:solidFill>
              </a:rPr>
              <a:t>P: ¿Cuál es el número exacto detrás de "Adventure es el mejor candidato"?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751576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</a:rPr>
              <a:t>R: Adventure: 4.030 juegos, +5,04 p.p. de efecto, mediana máxima 87,48% en Q4. Todos los cálculos son reproducibles en el notebook técnico.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Fuente: Steam Games Dataset (fronkongames, Kaggle, CC BY 4.0) + BLS CPI-U (dominio público).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CE8"/>
                </a:solidFill>
              </a:rPr>
              <a:t>Caso de estudio de portafolio — Analista de Datos  ·  contacto: juanesa2002@gmail.com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2026-07-29T00:08:00Z</dcterms:created>
  <dcterms:modified xsi:type="dcterms:W3CDTF">2026-07-29T00:08:00Z</dcterms:modified>
</cp:coreProperties>
</file>